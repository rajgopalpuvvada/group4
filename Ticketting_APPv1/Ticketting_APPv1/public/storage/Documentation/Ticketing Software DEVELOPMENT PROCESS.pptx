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D94D-481E-49B2-AF16-C2141A4BA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72983-DE99-4227-B1EB-ABB64C4E9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062AA-5FAC-464B-8898-696CD1730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B7F6-B62B-44D0-B6F4-1EE2DEB3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21618-C123-4998-85FF-5FE32428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4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68F4-5E4C-4C55-9174-E72C68B0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FFE95-CE98-4E5B-9B14-7FAED0C37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73CB4-0DCC-4B51-8DD3-35F927C06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99447-D2E0-45FB-A908-B2AA34DDB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164A2-C58D-469F-86F4-BFF4FE26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6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5AF0-B5F1-470C-88C5-1709C6A8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3570B-9A03-48E2-BC58-B38DB580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85D8A-B209-40C5-95C2-5E400CA98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10364-3476-4CAC-886C-41F8D59D5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F7437-994E-4E2B-8F70-D45766B9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0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05BE1-4D89-423A-BBDF-3A95179C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C1011-3B6B-4B90-B78C-05AA7FED2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3F173-32DE-4FEF-91DF-987BAC158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9917F-3D29-4411-99E1-6ADD81EA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27096-6D76-4426-B6DF-2226929C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9097F-452C-4AD2-BA85-ABDBAB2B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56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17C1-1994-4FED-B6A1-DDD756F95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8A104-1845-4383-B73F-9FC86AAD4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4F46E-8DA0-4A90-B266-C0E9F4683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E7F64-DFC7-4D45-BCC3-99E019873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F87B1-0D0C-47E1-8CCE-250E1392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C3128-FFDA-42FA-9827-D632C88C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B7BCE4-E73E-4312-9F8A-BABA8EF5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0457A-F1E6-420D-B2D2-5B53640E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09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AF7D-B98E-44F6-89B4-AF21658BF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583D8-8B9C-4B37-B6B7-02EC4A261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9516F-E077-480A-888A-2F447ECC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8E149-5DEF-401E-90E6-81FE88B2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67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24EB61-7DB1-4BAE-8339-747189541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975454-7BD6-4C7E-A9B8-41A57C1A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98693-120F-4F84-BD3D-7B49DDD9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3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55EB-48C3-4AAC-A1DD-141BDECCD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ECDBE-6947-4E81-A4F8-737E82A8A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BDD29-D63C-41F0-9BE1-1D913B631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7D8BE-8C4D-48F2-B021-30232BF8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66ACD-3E13-41D3-AF4E-8087ED99C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4159F-ACF7-4882-A309-0A1BE4BA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2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8AA0-F43C-407C-8218-2F7DA992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98B13-702F-4A11-B943-C9C1A0F56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92A64-6753-4E61-A480-4D6E9D7BB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0D4E3-D348-4362-92ED-B0CC99877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013C9-9351-454D-905D-43B2D084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93BBA-6C6F-4C8B-BB00-9D11D58A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15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AB816-AFF9-438B-A014-8636B103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4ECEC-88BD-448B-85C0-A488F7F63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302E-E0EC-4433-AF63-4B8DF171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D8E9D-32DF-48B4-A61E-B42BF6D6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F8A80-A0AD-43D8-BE2E-1C575342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32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5A08FA-CC3B-4BB6-AA58-4B7365F91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CC4A9-EC3D-4EFB-A99D-521E02CE8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F8465-1D6E-4FF6-9982-A3BBF042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1B9CD-3E70-4756-873C-09823A5C6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1F235-DE89-4663-8E10-9D955A2D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5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CC90B3-FB83-41EC-8231-902426173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CCBBF-1D41-4AAD-BD26-CC1BDA54D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8CFB9-BE09-486F-8F0F-360881185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A95E5-C2EC-41F0-BC1A-D335DA715808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1F339-0F16-415C-B125-46E1328E1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DDB0D-F804-43B8-BBC5-8D8828A08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CEF5D-B9D1-44BA-818A-79D19BF3F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80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7E72-45DD-42A6-88DC-DE3198957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9397"/>
            <a:ext cx="9144000" cy="160986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Ticketing Software DEVELOPMENT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A6213-1938-4DD1-9A43-662385B5923A}"/>
              </a:ext>
            </a:extLst>
          </p:cNvPr>
          <p:cNvSpPr txBox="1"/>
          <p:nvPr/>
        </p:nvSpPr>
        <p:spPr>
          <a:xfrm>
            <a:off x="4486141" y="5022761"/>
            <a:ext cx="321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9, 2022</a:t>
            </a:r>
          </a:p>
        </p:txBody>
      </p:sp>
    </p:spTree>
    <p:extLst>
      <p:ext uri="{BB962C8B-B14F-4D97-AF65-F5344CB8AC3E}">
        <p14:creationId xmlns:p14="http://schemas.microsoft.com/office/powerpoint/2010/main" val="340828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13E69-31E9-47BA-A534-FB8072F69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304"/>
            <a:ext cx="10515600" cy="695460"/>
          </a:xfrm>
        </p:spPr>
        <p:txBody>
          <a:bodyPr>
            <a:normAutofit/>
          </a:bodyPr>
          <a:lstStyle/>
          <a:p>
            <a:r>
              <a:rPr lang="en-US" b="1" u="sng" dirty="0"/>
              <a:t>Glossary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835BA-B28E-491F-A027-84042747C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220"/>
            <a:ext cx="10515600" cy="5346654"/>
          </a:xfrm>
        </p:spPr>
        <p:txBody>
          <a:bodyPr>
            <a:normAutofit/>
          </a:bodyPr>
          <a:lstStyle/>
          <a:p>
            <a:r>
              <a:rPr lang="en-US" sz="3200" dirty="0"/>
              <a:t>Introduction</a:t>
            </a:r>
          </a:p>
          <a:p>
            <a:r>
              <a:rPr lang="en-US" sz="3200" dirty="0"/>
              <a:t>Development Process</a:t>
            </a:r>
          </a:p>
          <a:p>
            <a:r>
              <a:rPr lang="en-US" sz="3200" dirty="0"/>
              <a:t>Conceptualization</a:t>
            </a:r>
          </a:p>
          <a:p>
            <a:r>
              <a:rPr lang="en-US" sz="3200" dirty="0"/>
              <a:t>Design</a:t>
            </a:r>
          </a:p>
          <a:p>
            <a:r>
              <a:rPr lang="en-US" sz="3200" dirty="0"/>
              <a:t>System Organization</a:t>
            </a:r>
          </a:p>
          <a:p>
            <a:r>
              <a:rPr lang="en-US" sz="3200" dirty="0"/>
              <a:t>Tech Stacks to Use </a:t>
            </a:r>
          </a:p>
          <a:p>
            <a:r>
              <a:rPr lang="en-US" sz="3200" dirty="0"/>
              <a:t>Output – For Development Stage One</a:t>
            </a:r>
          </a:p>
          <a:p>
            <a:r>
              <a:rPr lang="en-US" sz="3200" dirty="0"/>
              <a:t>Testing</a:t>
            </a:r>
          </a:p>
          <a:p>
            <a:r>
              <a:rPr lang="en-US" sz="3200" dirty="0"/>
              <a:t>Summary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9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8C72C-6AD7-4247-886E-7C12FAF99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8672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08B99-36B0-46FC-BAF0-0984DD197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798"/>
            <a:ext cx="10515600" cy="477316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development often referred to as the application development life cycle, is the architecting of the system via planning, creating, testing, and deploying it as well.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presentation, we shall discuss our system development process in stage one, as well as the full plan of the system thereof.</a:t>
            </a:r>
          </a:p>
        </p:txBody>
      </p:sp>
    </p:spTree>
    <p:extLst>
      <p:ext uri="{BB962C8B-B14F-4D97-AF65-F5344CB8AC3E}">
        <p14:creationId xmlns:p14="http://schemas.microsoft.com/office/powerpoint/2010/main" val="68358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05C7-68AA-412E-982E-4E3E642CB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5945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143E8A-1F2D-4999-B220-A770AA16D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713" y="1313645"/>
            <a:ext cx="8976573" cy="5179230"/>
          </a:xfrm>
        </p:spPr>
      </p:pic>
    </p:spTree>
    <p:extLst>
      <p:ext uri="{BB962C8B-B14F-4D97-AF65-F5344CB8AC3E}">
        <p14:creationId xmlns:p14="http://schemas.microsoft.com/office/powerpoint/2010/main" val="3723275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10FB-F3BF-4324-9107-4931905A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5793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FF470-2C1B-4D5B-82BB-E008E7395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008"/>
            <a:ext cx="10515600" cy="49019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Corporate market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Social Market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Short Term Goals:</a:t>
            </a: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up the process of ticket issuance and ensuring an 	efficient process.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Long Term Goals: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Track, manage, and automate event booking with the issuance 		of tickets. Efficient practice is the core goal for the proposed 			system.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4883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D890-C81C-401F-AB4E-26A8FBF1D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1095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7F971-502E-4450-9F1D-EB3846160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6220"/>
            <a:ext cx="10830059" cy="534665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 for the proposed system will be based on authentication per user.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have several pages pertaining to achieving the intended proposed solution needed.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of the system is simple and concise. We shall have a Login page, Signup page for administrators, Forgot password pages and main pages that dashboard will hold depending on the modules proposed.</a:t>
            </a:r>
          </a:p>
        </p:txBody>
      </p:sp>
    </p:spTree>
    <p:extLst>
      <p:ext uri="{BB962C8B-B14F-4D97-AF65-F5344CB8AC3E}">
        <p14:creationId xmlns:p14="http://schemas.microsoft.com/office/powerpoint/2010/main" val="3174620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99DE-B29D-4518-87BE-905636C1B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641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Prototype System Pages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32E6C2-0B29-42E7-BBDC-2E5AE7ABB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8"/>
          <a:stretch/>
        </p:blipFill>
        <p:spPr>
          <a:xfrm>
            <a:off x="1501718" y="1300766"/>
            <a:ext cx="9188563" cy="463149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869EF5-7C44-47F0-8AEF-015A1A9FB884}"/>
              </a:ext>
            </a:extLst>
          </p:cNvPr>
          <p:cNvSpPr txBox="1"/>
          <p:nvPr/>
        </p:nvSpPr>
        <p:spPr>
          <a:xfrm>
            <a:off x="838200" y="6104586"/>
            <a:ext cx="9464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1.1: Login Page</a:t>
            </a:r>
          </a:p>
        </p:txBody>
      </p:sp>
    </p:spTree>
    <p:extLst>
      <p:ext uri="{BB962C8B-B14F-4D97-AF65-F5344CB8AC3E}">
        <p14:creationId xmlns:p14="http://schemas.microsoft.com/office/powerpoint/2010/main" val="4106739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71A00E-D32C-4C0C-998A-B102D6B8E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73655"/>
            <a:ext cx="10515600" cy="524240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C8B216-958D-4604-9CE2-D7F0FB263555}"/>
              </a:ext>
            </a:extLst>
          </p:cNvPr>
          <p:cNvSpPr txBox="1"/>
          <p:nvPr/>
        </p:nvSpPr>
        <p:spPr>
          <a:xfrm>
            <a:off x="746975" y="6130344"/>
            <a:ext cx="9633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1.2: Signup Page</a:t>
            </a:r>
          </a:p>
        </p:txBody>
      </p:sp>
    </p:spTree>
    <p:extLst>
      <p:ext uri="{BB962C8B-B14F-4D97-AF65-F5344CB8AC3E}">
        <p14:creationId xmlns:p14="http://schemas.microsoft.com/office/powerpoint/2010/main" val="1077294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F192DB-B2B1-449C-B355-BD6CD3D6E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5348"/>
            <a:ext cx="10515600" cy="55634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0E0C7F-9C9C-4B66-88BB-1E09CE8360AE}"/>
              </a:ext>
            </a:extLst>
          </p:cNvPr>
          <p:cNvSpPr txBox="1"/>
          <p:nvPr/>
        </p:nvSpPr>
        <p:spPr>
          <a:xfrm>
            <a:off x="631065" y="6246254"/>
            <a:ext cx="10722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1.3: System Dashboard UI</a:t>
            </a:r>
          </a:p>
        </p:txBody>
      </p:sp>
    </p:spTree>
    <p:extLst>
      <p:ext uri="{BB962C8B-B14F-4D97-AF65-F5344CB8AC3E}">
        <p14:creationId xmlns:p14="http://schemas.microsoft.com/office/powerpoint/2010/main" val="1561182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6C49-7B93-4711-ABD2-2EC1FF3B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8064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57752-E6ED-4E04-8032-B5B8EE1C4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5617"/>
            <a:ext cx="10515600" cy="3515932"/>
          </a:xfrm>
        </p:spPr>
        <p:txBody>
          <a:bodyPr/>
          <a:lstStyle/>
          <a:p>
            <a:pPr marL="514350" indent="-514350" algn="just">
              <a:lnSpc>
                <a:spcPct val="200000"/>
              </a:lnSpc>
              <a:buFont typeface="+mj-lt"/>
              <a:buAutoNum type="arabicParenR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Organization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arenR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Organization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arenR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Organization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57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502F-8A50-49DA-9A25-A0DE0109E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641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3F6E8-8CBD-476C-843E-084BE7AB2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766"/>
            <a:ext cx="10515600" cy="487619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941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190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Ticketing Software DEVELOPMENT PROCESS</vt:lpstr>
      <vt:lpstr>Glossary</vt:lpstr>
      <vt:lpstr>Introduction</vt:lpstr>
      <vt:lpstr>Development Process</vt:lpstr>
      <vt:lpstr>Conceptualization</vt:lpstr>
      <vt:lpstr>Design</vt:lpstr>
      <vt:lpstr>Ready Prototype System Pages</vt:lpstr>
      <vt:lpstr>PowerPoint Presentation</vt:lpstr>
      <vt:lpstr>PowerPoint Presentation</vt:lpstr>
      <vt:lpstr>System Organization</vt:lpstr>
      <vt:lpstr>Hierarchical Organization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Ticketing Software</dc:title>
  <dc:creator>Bernard Kung'u</dc:creator>
  <cp:lastModifiedBy>Bernard Kung'u</cp:lastModifiedBy>
  <cp:revision>11</cp:revision>
  <dcterms:created xsi:type="dcterms:W3CDTF">2022-10-09T11:12:35Z</dcterms:created>
  <dcterms:modified xsi:type="dcterms:W3CDTF">2022-10-09T21:29:47Z</dcterms:modified>
</cp:coreProperties>
</file>